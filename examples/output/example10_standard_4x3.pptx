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/>
  <p:notesSz cx="6858000" cy="9144000"/>
  <p:defaultTextStyle>
    <a:defPPr lvl="0"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/>
  </p:slideViewPr>
</p:viewPr>
</file>

<file path=ppt/_rels/presentation.xml.rels>&#65279;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幻灯片" preserve="1">
  <p:cSld name="标题幻灯片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内容" preserve="1">
  <p:cSld name="标题和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节标题" preserve="1">
  <p:cSld name="节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两栏内容" preserve="1">
  <p:cSld name="两栏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仅标题" preserve="1">
  <p:cSld name="仅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空白" preserve="1">
  <p:cSld name="空白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内容与标题" preserve="1">
  <p:cSld name="内容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图片与标题" preserve="1">
  <p:cSld name="图片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竖排文字" preserve="1">
  <p:cSld name="标题和竖排文字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竖排标题与文本" preserve="1">
  <p:cSld name="竖排标题与文本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Masters/_rels/slideMaster1.xml.rels>&#65279;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&#65279;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文本框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zh-CN" dirty="0" sz="2800" b="1">
                <a:latin typeface="微软雅黑"/>
                <a:ea typeface="微软雅黑"/>
                <a:solidFill>
                  <a:srgbClr val="2E75B6"/>
                </a:solidFill>
              </a:rPr>
              <a:t>标准4:3尺寸（10×7.5英寸）</a:t>
            </a:r>
          </a:p>
        </p:txBody>
      </p:sp>
      <p:sp>
        <p:nvSpPr>
          <p:cNvPr id="3" name="文本框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zh-CN" dirty="0"/>
              <a:t>宽度：10.0 英寸</a:t>
            </a:r>
          </a:p>
          <a:p>
            <a:pPr algn="ctr"/>
            <a:r>
              <a:rPr lang="zh-CN" dirty="0"/>
              <a:t>高度：7.5 英寸</a:t>
            </a:r>
          </a:p>
          <a:p>
            <a:pPr algn="ctr"/>
            <a:r>
              <a:rPr lang="zh-CN" dirty="0"/>
              <a:t>宽EMU：9144000</a:t>
            </a:r>
          </a:p>
          <a:p>
            <a:pPr algn="ctr"/>
            <a:r>
              <a:rPr lang="zh-CN" dirty="0"/>
              <a:t>高EMU：6858000</a:t>
            </a:r>
          </a:p>
        </p:txBody>
      </p:sp>
    </p:spTree>
    <p:clrMapOvr>
      <a:masterClrMapping/>
    </p:clrMapOvr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windowText"/>
      </a:dk2>
      <a:lt2>
        <a:srgbClr val="window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PbPPT</Application>
  <Slides>1</Slides>
  <HiddenSlides>0</HiddenSlides>
  <HeadingPairs>
    <vt:vector size="4" baseType="variant">
      <vt:variant>
        <vt:lpstr>Theme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幻灯片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PbPPT</dc:creator>
  <cp:lastModifiedBy>PbPPT</cp:lastModifiedBy>
  <dcterms:created xsi:type="dcterms:W3CDTF">2026-04-24T11:%nn:26Z</dcterms:created>
  <dcterms:modified xsi:type="dcterms:W3CDTF">2026-04-24T11:%nn:26Z</dcterms:modified>
</cp:coreProperties>
</file>