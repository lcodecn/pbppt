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  <p:clrMapOvr>
      <a:masterClrMapping/>
    </p:clrMapOvr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  <p:clrMapOvr>
      <a:masterClrMapping/>
    </p:clrMapOvr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3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幻灯片 1</vt:lpstr>
      <vt:lpstr>幻灯片 2</vt:lpstr>
      <vt:lpstr>幻灯片 3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2026-04-24T11:%nn:40Z</dcterms:created>
  <dcterms:modified xsi:type="dcterms:W3CDTF">2026-04-24T11:%nn:40Z</dcterms:modified>
</cp:coreProperties>
</file>