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文本框 2"/>
          <p:cNvSpPr txBox="1"/>
          <p:nvPr/>
        </p:nvSpPr>
        <p:spPr>
          <a:xfrm>
            <a:off x="914400" y="4572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 sz="2800" b="1">
                <a:latin typeface="微软雅黑"/>
                <a:ea typeface="微软雅黑"/>
                <a:solidFill>
                  <a:srgbClr val="2E75B6"/>
                </a:solidFill>
              </a:rPr>
              <a:t>PbPPT 文本示例</a:t>
            </a:r>
          </a:p>
        </p:txBody>
      </p:sp>
      <p:sp>
        <p:nvSpPr>
          <p:cNvPr id="3" name="文本框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zh-CN" dirty="0"/>
              <a:t>这是第一段文本，演示基本文本设置。</a:t>
            </a:r>
          </a:p>
          <a:p>
            <a:pPr/>
            <a:r>
              <a:rPr lang="zh-CN" dirty="0"/>
              <a:t>这是第二段文本，演示多段落支持。</a:t>
            </a:r>
          </a:p>
          <a:p>
            <a:pPr/>
            <a:r>
              <a:rPr lang="zh-CN" dirty="0"/>
              <a:t>这是第三段文本，PbPPT可以轻松创建演示文稿。</a:t>
            </a:r>
          </a:p>
        </p:txBody>
      </p:sp>
      <p:sp>
        <p:nvSpPr>
          <p:cNvPr id="4" name="文本框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zh-CN" dirty="0"/>
              <a:t>普通文本</a:t>
            </a:r>
            <a:r>
              <a:rPr lang="zh-CN" dirty="0" sz="1400" b="1">
                <a:latin typeface="宋体"/>
                <a:ea typeface="宋体"/>
                <a:solidFill>
                  <a:srgbClr val="FF0000"/>
                </a:solidFill>
              </a:rPr>
              <a:t>（粗体红色）</a:t>
            </a:r>
            <a:r>
              <a:rPr lang="zh-CN" dirty="0" sz="1400" i="1">
                <a:latin typeface="宋体"/>
                <a:ea typeface="宋体"/>
                <a:solidFill>
                  <a:srgbClr val="00B050"/>
                </a:solidFill>
              </a:rPr>
              <a:t>（斜体绿色）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2026-04-24T11:%nn:06Z</dcterms:created>
  <dcterms:modified xsi:type="dcterms:W3CDTF">2026-04-24T11:%nn:06Z</dcterms:modified>
</cp:coreProperties>
</file>