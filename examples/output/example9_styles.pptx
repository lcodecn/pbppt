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自动形状 2"/>
          <p:cNvSpPr/>
          <p:nvPr/>
        </p:nvSpPr>
        <p:spPr>
          <a:xfrm>
            <a:off x="274320" y="457200"/>
            <a:ext cx="1828800" cy="1097280"/>
          </a:xfrm>
          <a:prstGeom prst="rect">
            <a:avLst/>
          </a:prstGeom>
          <a:solidFill>
            <a:srgbClr val="FF0000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FFFFFF"/>
                </a:solidFill>
              </a:rPr>
              <a:t>纯色填充</a:t>
            </a:r>
          </a:p>
        </p:txBody>
      </p:sp>
      <p:sp>
        <p:nvSpPr>
          <p:cNvPr id="3" name="自动形状 3"/>
          <p:cNvSpPr/>
          <p:nvPr/>
        </p:nvSpPr>
        <p:spPr>
          <a:xfrm>
            <a:off x="2377439" y="457200"/>
            <a:ext cx="1828800" cy="1097280"/>
          </a:xfrm>
          <a:prstGeom prst="ellipse">
            <a:avLst/>
          </a:prstGeom>
          <a:solidFill>
            <a:srgbClr val="00B050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FFFFFF"/>
                </a:solidFill>
              </a:rPr>
              <a:t>纯色填充</a:t>
            </a:r>
          </a:p>
        </p:txBody>
      </p:sp>
      <p:sp>
        <p:nvSpPr>
          <p:cNvPr id="4" name="自动形状 4"/>
          <p:cNvSpPr/>
          <p:nvPr/>
        </p:nvSpPr>
        <p:spPr>
          <a:xfrm>
            <a:off x="4480560" y="457200"/>
            <a:ext cx="1828800" cy="1097280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7030A0"/>
                </a:solidFill>
              </a:rPr>
              <a:t>无填充+线条</a:t>
            </a:r>
          </a:p>
        </p:txBody>
      </p:sp>
      <p:sp>
        <p:nvSpPr>
          <p:cNvPr id="5" name="自动形状 5"/>
          <p:cNvSpPr/>
          <p:nvPr/>
        </p:nvSpPr>
        <p:spPr>
          <a:xfrm>
            <a:off x="6583679" y="457200"/>
            <a:ext cx="2103119" cy="1097280"/>
          </a:xfrm>
          <a:prstGeom prst="rect">
            <a:avLst/>
          </a:prstGeom>
          <a:solidFill>
            <a:srgbClr val="FFC000"/>
          </a:solidFill>
          <a:ln w="38100">
            <a:solidFill>
              <a:srgbClr val="BF8F00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000000"/>
                </a:solidFill>
              </a:rPr>
              <a:t>粗线条</a:t>
            </a:r>
          </a:p>
        </p:txBody>
      </p:sp>
      <p:sp>
        <p:nvSpPr>
          <p:cNvPr id="6" name="自动形状 6"/>
          <p:cNvSpPr/>
          <p:nvPr/>
        </p:nvSpPr>
        <p:spPr>
          <a:xfrm rot="900000">
            <a:off x="274320" y="2011680"/>
            <a:ext cx="1828800" cy="1097280"/>
          </a:xfrm>
          <a:prstGeom prst="rect">
            <a:avLst/>
          </a:prstGeom>
          <a:solidFill>
            <a:srgbClr val="2E75B6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FFFFFF"/>
                </a:solidFill>
              </a:rPr>
              <a:t>旋转15°</a:t>
            </a:r>
          </a:p>
        </p:txBody>
      </p:sp>
      <p:sp>
        <p:nvSpPr>
          <p:cNvPr id="7" name="自动形状 7"/>
          <p:cNvSpPr/>
          <p:nvPr/>
        </p:nvSpPr>
        <p:spPr>
          <a:xfrm rot="-900000">
            <a:off x="2377439" y="2011680"/>
            <a:ext cx="1828800" cy="1097280"/>
          </a:xfrm>
          <a:prstGeom prst="rect">
            <a:avLst/>
          </a:prstGeom>
          <a:solidFill>
            <a:srgbClr val="2E75B6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FFFFFF"/>
                </a:solidFill>
              </a:rPr>
              <a:t>旋转-15°</a:t>
            </a:r>
          </a:p>
        </p:txBody>
      </p:sp>
      <p:sp>
        <p:nvSpPr>
          <p:cNvPr id="8" name="自动形状 8"/>
          <p:cNvSpPr/>
          <p:nvPr/>
        </p:nvSpPr>
        <p:spPr>
          <a:xfrm rot="2700000">
            <a:off x="4480560" y="2011680"/>
            <a:ext cx="1828800" cy="1097280"/>
          </a:xfrm>
          <a:prstGeom prst="rect">
            <a:avLst/>
          </a:prstGeom>
          <a:solidFill>
            <a:srgbClr val="2E75B6"/>
          </a:solidFill>
          <a:ln w="9525">
            <a:solidFill>
              <a:srgbClr val="2F528F"/>
            </a:solidFill>
          </a:ln>
        </p:spPr>
        <p:txBody>
          <a:bodyPr/>
          <a:lstStyle/>
          <a:p>
            <a:pPr/>
            <a:r>
              <a:rPr lang="zh-CN" dirty="0" sz="1100" b="1">
                <a:latin typeface="微软雅黑"/>
                <a:ea typeface="微软雅黑"/>
                <a:solidFill>
                  <a:srgbClr val="FFFFFF"/>
                </a:solidFill>
              </a:rPr>
              <a:t>旋转45°</a:t>
            </a:r>
          </a:p>
        </p:txBody>
      </p:sp>
      <p:cxnSp>
        <p:nvCxnSpPr>
          <p:cNvPr id="9" name="连接符 9"/>
          <p:cNvCxnSpPr/>
          <p:nvPr/>
        </p:nvCxnSpPr>
        <p:spPr>
          <a:xfrm>
            <a:off x="6858000" y="2286000"/>
            <a:ext cx="1371600" cy="914400"/>
          </a:xfrm>
          <a:prstGeom prst="line">
            <a:avLst/>
          </a:prstGeom>
          <a:ln w="25400">
            <a:solidFill>
              <a:srgbClr val="FF0000"/>
            </a:solidFill>
          </a:ln>
        </p:spPr>
      </p:cxnSp>
      <p:sp>
        <p:nvSpPr>
          <p:cNvPr id="10" name="文本框 10"/>
          <p:cNvSpPr txBox="1"/>
          <p:nvPr/>
        </p:nvSpPr>
        <p:spPr>
          <a:xfrm>
            <a:off x="274320" y="36576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 sz="1800" b="1">
                <a:latin typeface="微软雅黑"/>
                <a:ea typeface="微软雅黑"/>
                <a:solidFill>
                  <a:srgbClr val="000000"/>
                </a:solidFill>
              </a:rPr>
              <a:t>粗体文本示例</a:t>
            </a:r>
          </a:p>
        </p:txBody>
      </p:sp>
      <p:sp>
        <p:nvSpPr>
          <p:cNvPr id="11" name="文本框 11"/>
          <p:cNvSpPr txBox="1"/>
          <p:nvPr/>
        </p:nvSpPr>
        <p:spPr>
          <a:xfrm>
            <a:off x="274320" y="4297679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 sz="1800" i="1">
                <a:latin typeface="微软雅黑"/>
                <a:ea typeface="微软雅黑"/>
                <a:solidFill>
                  <a:srgbClr val="000000"/>
                </a:solidFill>
              </a:rPr>
              <a:t>斜体文本示例</a:t>
            </a:r>
          </a:p>
        </p:txBody>
      </p:sp>
      <p:sp>
        <p:nvSpPr>
          <p:cNvPr id="12" name="文本框 12"/>
          <p:cNvSpPr txBox="1"/>
          <p:nvPr/>
        </p:nvSpPr>
        <p:spPr>
          <a:xfrm>
            <a:off x="274320" y="493776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 sz="1800" b="1" i="1">
                <a:latin typeface="微软雅黑"/>
                <a:ea typeface="微软雅黑"/>
                <a:solidFill>
                  <a:srgbClr val="FF0000"/>
                </a:solidFill>
              </a:rPr>
              <a:t>红色粗斜体文本</a:t>
            </a:r>
          </a:p>
        </p:txBody>
      </p:sp>
      <p:sp>
        <p:nvSpPr>
          <p:cNvPr id="13" name="文本框 13"/>
          <p:cNvSpPr txBox="1"/>
          <p:nvPr/>
        </p:nvSpPr>
        <p:spPr>
          <a:xfrm>
            <a:off x="4572000" y="3657600"/>
            <a:ext cx="4114800" cy="182880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lang="zh-CN" dirty="0" sz="3600" b="1">
                <a:latin typeface="微软雅黑"/>
                <a:ea typeface="微软雅黑"/>
                <a:solidFill>
                  <a:srgbClr val="2E75B6"/>
                </a:solidFill>
              </a:rPr>
              <a:t>大号文本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2026-04-24T11:%nn:16Z</dcterms:created>
  <dcterms:modified xsi:type="dcterms:W3CDTF">2026-04-24T11:%nn:16Z</dcterms:modified>
</cp:coreProperties>
</file>