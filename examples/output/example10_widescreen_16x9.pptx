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12192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文本框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 sz="2800" b="1">
                <a:latin typeface="微软雅黑"/>
                <a:ea typeface="微软雅黑"/>
                <a:solidFill>
                  <a:srgbClr val="2E75B6"/>
                </a:solidFill>
              </a:rPr>
              <a:t>宽屏16:9尺寸（13.33×7.5英寸）</a:t>
            </a:r>
          </a:p>
        </p:txBody>
      </p:sp>
      <p:sp>
        <p:nvSpPr>
          <p:cNvPr id="3" name="文本框 3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/>
              <a:t>宽度：13.33 英寸</a:t>
            </a:r>
          </a:p>
          <a:p>
            <a:pPr algn="ctr"/>
            <a:r>
              <a:rPr lang="zh-CN" dirty="0"/>
              <a:t>高度：7.5 英寸</a:t>
            </a:r>
          </a:p>
          <a:p>
            <a:pPr algn="ctr"/>
            <a:r>
              <a:rPr lang="zh-CN" dirty="0"/>
              <a:t>宽EMU：12192000</a:t>
            </a:r>
          </a:p>
          <a:p>
            <a:pPr algn="ctr"/>
            <a:r>
              <a:rPr lang="zh-CN" dirty="0"/>
              <a:t>高EMU：6858000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2026-04-24T11:%nn:26Z</dcterms:created>
  <dcterms:modified xsi:type="dcterms:W3CDTF">2026-04-24T11:%nn:26Z</dcterms:modified>
</cp:coreProperties>
</file>