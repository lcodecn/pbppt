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文本框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zh-CN" dirty="0"/>
              <a:t>这是原始文本内容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原始标题</dc:title>
  <dc:creator>PbPPT</dc:creator>
  <cp:lastModifiedBy>PbPPT</cp:lastModifiedBy>
  <dcterms:created xsi:type="dcterms:W3CDTF">2026-04-24T11:%nn:23Z</dcterms:created>
  <dcterms:modified xsi:type="dcterms:W3CDTF">2026-04-24T11:%nn:23Z</dcterms:modified>
</cp:coreProperties>
</file>