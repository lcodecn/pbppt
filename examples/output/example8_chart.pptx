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0"/>
    <c:title>
      <c:tx>
        <c:rich>
          <a:bodyPr/>
          <a:lstStyle/>
          <a:p>
            <a:pPr algn="ctr"/>
            <a:r>
              <a:rPr lang="zh-CN" dirty="0" sz="1400" b="1">
                <a:latin typeface="+mn-lt"/>
                <a:ea typeface="+mn-ea"/>
              </a:rPr>
              <a:t>2025年季度销售额</a:t>
            </a:r>
          </a:p>
        </c:rich>
      </c:tx>
    </c:title>
    <c:plotArea>
      <c:barChart xmlns:c="http://schemas.openxmlformats.org/drawingml/2006/chart"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200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产品B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150</c:v>
                </c:pt>
                <c:pt idx="2">
                  <c:v>220</c:v>
                </c:pt>
                <c:pt idx="3">
                  <c:v>250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产品C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100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axId val="2000000006"/>
        <c:axId val="2000000007"/>
      </c:barChart>
      <c:catAx>
        <c:axId val="2000000006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07"/>
        <c:crosses val="autoZero"/>
        <c:auto val="1"/>
        <c:lblAlgn val="ctr"/>
        <c:lblOffset val="100"/>
      </c:catAx>
      <c:valAx>
        <c:axId val="2000000007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00000006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</c:chart>
  <c:txPr>
    <a:bodyPr/>
    <a:lstStyle/>
    <a:p>
      <a:pPr>
        <a:defRPr sz="1800"/>
      </a:pPr>
    </a:p>
  </c:txPr>
</c:chartSpac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400" b="1">
                <a:latin typeface="微软雅黑"/>
                <a:ea typeface="微软雅黑"/>
                <a:solidFill>
                  <a:srgbClr val="2E75B6"/>
                </a:solidFill>
              </a:rPr>
              <a:t>季度销售数据图表</a:t>
            </a:r>
          </a:p>
        </p:txBody>
      </p:sp>
      <p:graphicFrame>
        <p:nvGraphicFramePr>
          <p:cNvPr id="3" name="图表 3"/>
          <p:cNvGraphicFramePr/>
          <p:nvPr/>
        </p:nvGraphicFramePr>
        <p:xfrm>
          <a:off x="457200" y="1371600"/>
          <a:ext cx="8229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2026-04-24T12:%nn:09Z</dcterms:created>
  <dcterms:modified xsi:type="dcterms:W3CDTF">2026-04-24T12:%nn:09Z</dcterms:modified>
</cp:coreProperties>
</file>