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/>
  <p:notesSz cx="6858000" cy="9144000"/>
  <p:defaultTextStyle>
    <a:defPPr lvl="0"/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/>
  </p:slideViewPr>
</p:viewPr>
</file>

<file path=ppt/_rels/presentation.xml.rels>&#65279;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幻灯片" preserve="1">
  <p:cSld name="标题幻灯片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内容" preserve="1">
  <p:cSld name="标题和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节标题" preserve="1">
  <p:cSld name="节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两栏内容" preserve="1">
  <p:cSld name="两栏内容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仅标题" preserve="1">
  <p:cSld name="仅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空白" preserve="1">
  <p:cSld name="空白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内容与标题" preserve="1">
  <p:cSld name="内容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图片与标题" preserve="1">
  <p:cSld name="图片与标题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标题和竖排文字" preserve="1">
  <p:cSld name="标题和竖排文字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竖排标题与文本" preserve="1">
  <p:cSld name="竖排标题与文本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sldLayout>
</file>

<file path=ppt/slideMasters/_rels/slideMaster1.xml.rels>&#65279;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</p:sldMaster>
</file>

<file path=ppt/slides/_rels/slide1.xml.rels>&#65279;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文本框 2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zh-CN" dirty="0" sz="2800" b="1">
                <a:latin typeface="微软雅黑"/>
                <a:ea typeface="微软雅黑"/>
                <a:solidFill>
                  <a:srgbClr val="2E75B6"/>
                </a:solidFill>
              </a:rPr>
              <a:t>图片示例</a:t>
            </a:r>
          </a:p>
        </p:txBody>
      </p:sp>
      <p:pic>
        <p:nvPicPr>
          <p:cNvPr id="3" name="图片 3" descr="test.jpg"/>
          <p:cNvPicPr preferRelativeResize="1"/>
          <p:nvPr/>
        </p:nvPicPr>
        <p:spPr>
          <a:xfrm>
            <a:off x="914400" y="1828800"/>
            <a:ext cx="3200400" cy="3200400"/>
          </a:xfrm>
          <a:prstGeom prst="rect">
            <a:avLst/>
          </a:prstGeom>
        </p:spPr>
        <p:blipFill>
          <a:blip r:embed="rId2"/>
          <a:stretch>
            <a:fillRect/>
          </a:stretch>
        </p:blipFill>
      </p:pic>
      <p:sp>
        <p:nvSpPr>
          <p:cNvPr id="4" name="文本框 4"/>
          <p:cNvSpPr txBox="1"/>
          <p:nvPr/>
        </p:nvSpPr>
        <p:spPr>
          <a:xfrm>
            <a:off x="914400" y="53035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zh-CN" dirty="0"/>
              <a:t>Python Powered（指定大小）</a:t>
            </a:r>
          </a:p>
        </p:txBody>
      </p:sp>
      <p:pic>
        <p:nvPicPr>
          <p:cNvPr id="5" name="图片 5" descr="test.jpg"/>
          <p:cNvPicPr preferRelativeResize="1"/>
          <p:nvPr/>
        </p:nvPicPr>
        <p:spPr>
          <a:xfrm>
            <a:off x="5029200" y="1828800"/>
            <a:ext cx="1809750" cy="1543050"/>
          </a:xfrm>
          <a:prstGeom prst="rect">
            <a:avLst/>
          </a:prstGeom>
        </p:spPr>
        <p:blipFill>
          <a:blip r:embed="rId3"/>
          <a:stretch>
            <a:fillRect/>
          </a:stretch>
        </p:blipFill>
      </p:pic>
      <p:sp>
        <p:nvSpPr>
          <p:cNvPr id="6" name="文本框 6"/>
          <p:cNvSpPr txBox="1"/>
          <p:nvPr/>
        </p:nvSpPr>
        <p:spPr>
          <a:xfrm>
            <a:off x="4572000" y="530352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lang="zh-CN" dirty="0"/>
              <a:t>Monty Truth（自动大小）</a:t>
            </a:r>
          </a:p>
        </p:txBody>
      </p:sp>
    </p:spTree>
    <p:clrMapOvr>
      <a:masterClrMapping/>
    </p:clrMapOvr>
  </p:cSld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windowText"/>
      </a:dk2>
      <a:lt2>
        <a:srgbClr val="window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</a:fillStyleLst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PbPPT</Application>
  <Slides>1</Slides>
  <HiddenSlides>0</HiddenSlides>
  <HeadingPairs>
    <vt:vector size="4" baseType="variant">
      <vt:variant>
        <vt:lpstr>Theme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" baseType="lpstr">
      <vt:lpstr>Office 主题</vt:lpstr>
      <vt:lpstr>幻灯片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PbPPT</dc:creator>
  <cp:lastModifiedBy>PbPPT</cp:lastModifiedBy>
  <dcterms:created xsi:type="dcterms:W3CDTF">2026-04-24T12:%nn:16Z</dcterms:created>
  <dcterms:modified xsi:type="dcterms:W3CDTF">2026-04-24T12:%nn:16Z</dcterms:modified>
</cp:coreProperties>
</file>