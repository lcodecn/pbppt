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文本框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 sz="2400" b="1">
                <a:latin typeface="微软雅黑"/>
                <a:ea typeface="微软雅黑"/>
                <a:solidFill>
                  <a:srgbClr val="2E75B6"/>
                </a:solidFill>
              </a:rPr>
              <a:t>员工信息表</a:t>
            </a:r>
          </a:p>
        </p:txBody>
      </p:sp>
      <p:graphicFrame>
        <p:nvGraphicFramePr>
          <p:cNvPr id="3" name="表格 3"/>
          <p:cNvGraphicFramePr/>
          <p:nvPr/>
        </p:nvGraphicFramePr>
        <p:xfrm>
          <a:off x="457200" y="1371600"/>
          <a:ext cx="8229600" cy="3657600"/>
        </p:xfrm>
        <a:graphic>
          <a:graphicData uri="http://schemas.openxmlformats.org/drawingml/2006/main/table">
            <a:tbl>
              <a:tblGrid>
                <a:gridCol w="914400"/>
                <a:gridCol w="1828800"/>
                <a:gridCol w="22860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lang="zh-CN" dirty="0"/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职位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技术部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高级工程师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 dirty="0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市场经理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 dirty="0"/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设计部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首席设计师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2026-04-24T11:%nn:35Z</dcterms:created>
  <dcterms:modified xsi:type="dcterms:W3CDTF">2026-04-24T11:%nn:35Z</dcterms:modified>
</cp:coreProperties>
</file>