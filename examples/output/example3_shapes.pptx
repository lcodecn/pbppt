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/>
  <p:notesSz cx="6858000" cy="9144000"/>
  <p:defaultTextStyle>
    <a:defPPr lvl="0"/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/>
  </p:slideViewPr>
</p:viewPr>
</file>

<file path=ppt/_rels/presentation.xml.rels>&#65279;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幻灯片" preserve="1">
  <p:cSld name="标题幻灯片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和内容" preserve="1">
  <p:cSld name="标题和内容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节标题" preserve="1">
  <p:cSld name="节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两栏内容" preserve="1">
  <p:cSld name="两栏内容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仅标题" preserve="1">
  <p:cSld name="仅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空白" preserve="1">
  <p:cSld name="空白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内容与标题" preserve="1">
  <p:cSld name="内容与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图片与标题" preserve="1">
  <p:cSld name="图片与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和竖排文字" preserve="1">
  <p:cSld name="标题和竖排文字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竖排标题与文本" preserve="1">
  <p:cSld name="竖排标题与文本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Masters/_rels/slideMaster1.xml.rels>&#65279;<?xml version="1.0" encoding="UTF-8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</p:sldMaster>
</file>

<file path=ppt/slides/_rels/slide1.xml.rels>&#65279;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自动形状 2"/>
          <p:cNvSpPr/>
          <p:nvPr/>
        </p:nvSpPr>
        <p:spPr>
          <a:xfrm>
            <a:off x="457200" y="914400"/>
            <a:ext cx="2286000" cy="1371600"/>
          </a:xfrm>
          <a:prstGeom prst="rect">
            <a:avLst/>
          </a:prstGeom>
          <a:solidFill>
            <a:srgbClr val="4472C4"/>
          </a:solidFill>
          <a:ln w="12700">
            <a:solidFill>
              <a:srgbClr val="2F528F"/>
            </a:solidFill>
          </a:ln>
        </p:spPr>
        <p:txBody>
          <a:bodyPr/>
          <a:lstStyle/>
          <a:p>
            <a:pPr/>
            <a:r>
              <a:rPr lang="zh-CN" dirty="0" sz="1600" b="1">
                <a:latin typeface="微软雅黑"/>
                <a:ea typeface="微软雅黑"/>
                <a:solidFill>
                  <a:srgbClr val="FFFFFF"/>
                </a:solidFill>
              </a:rPr>
              <a:t>矩形</a:t>
            </a:r>
          </a:p>
        </p:txBody>
      </p:sp>
      <p:sp>
        <p:nvSpPr>
          <p:cNvPr id="3" name="自动形状 3"/>
          <p:cNvSpPr/>
          <p:nvPr/>
        </p:nvSpPr>
        <p:spPr>
          <a:xfrm>
            <a:off x="3200400" y="914400"/>
            <a:ext cx="2286000" cy="137160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C55A11"/>
            </a:solidFill>
          </a:ln>
        </p:spPr>
        <p:txBody>
          <a:bodyPr/>
          <a:lstStyle/>
          <a:p>
            <a:pPr/>
            <a:r>
              <a:rPr lang="zh-CN" dirty="0" sz="1600" b="1">
                <a:latin typeface="微软雅黑"/>
                <a:ea typeface="微软雅黑"/>
                <a:solidFill>
                  <a:srgbClr val="FFFFFF"/>
                </a:solidFill>
              </a:rPr>
              <a:t>圆形</a:t>
            </a:r>
          </a:p>
        </p:txBody>
      </p:sp>
      <p:sp>
        <p:nvSpPr>
          <p:cNvPr id="4" name="自动形状 4"/>
          <p:cNvSpPr/>
          <p:nvPr/>
        </p:nvSpPr>
        <p:spPr>
          <a:xfrm>
            <a:off x="5943600" y="914400"/>
            <a:ext cx="2286000" cy="1371600"/>
          </a:xfrm>
          <a:prstGeom prst="triangle">
            <a:avLst/>
          </a:prstGeom>
          <a:solidFill>
            <a:srgbClr val="70AD47"/>
          </a:solidFill>
          <a:ln w="12700">
            <a:solidFill>
              <a:srgbClr val="548235"/>
            </a:solidFill>
          </a:ln>
        </p:spPr>
        <p:txBody>
          <a:bodyPr/>
          <a:lstStyle/>
          <a:p>
            <a:pPr/>
            <a:r>
              <a:rPr lang="zh-CN" dirty="0" sz="1600" b="1">
                <a:latin typeface="微软雅黑"/>
                <a:ea typeface="微软雅黑"/>
                <a:solidFill>
                  <a:srgbClr val="FFFFFF"/>
                </a:solidFill>
              </a:rPr>
              <a:t>三角形</a:t>
            </a:r>
          </a:p>
        </p:txBody>
      </p:sp>
      <p:sp>
        <p:nvSpPr>
          <p:cNvPr id="5" name="自动形状 5"/>
          <p:cNvSpPr/>
          <p:nvPr/>
        </p:nvSpPr>
        <p:spPr>
          <a:xfrm>
            <a:off x="457200" y="3200400"/>
            <a:ext cx="2286000" cy="1371600"/>
          </a:xfrm>
          <a:prstGeom prst="roundRect">
            <a:avLst/>
          </a:prstGeom>
          <a:solidFill>
            <a:srgbClr val="7030A0"/>
          </a:solidFill>
          <a:ln w="12700">
            <a:solidFill>
              <a:srgbClr val="5B2C8C"/>
            </a:solidFill>
          </a:ln>
        </p:spPr>
        <p:txBody>
          <a:bodyPr/>
          <a:lstStyle/>
          <a:p>
            <a:pPr/>
            <a:r>
              <a:rPr lang="zh-CN" dirty="0" sz="1400" b="1">
                <a:latin typeface="微软雅黑"/>
                <a:ea typeface="微软雅黑"/>
                <a:solidFill>
                  <a:srgbClr val="FFFFFF"/>
                </a:solidFill>
              </a:rPr>
              <a:t>圆角矩形</a:t>
            </a:r>
          </a:p>
        </p:txBody>
      </p:sp>
      <p:sp>
        <p:nvSpPr>
          <p:cNvPr id="6" name="自动形状 6"/>
          <p:cNvSpPr/>
          <p:nvPr/>
        </p:nvSpPr>
        <p:spPr>
          <a:xfrm>
            <a:off x="3200400" y="3200400"/>
            <a:ext cx="2286000" cy="1371600"/>
          </a:xfrm>
          <a:prstGeom prst="diamond">
            <a:avLst/>
          </a:prstGeom>
          <a:solidFill>
            <a:srgbClr val="FF0000"/>
          </a:solidFill>
          <a:ln w="12700">
            <a:solidFill>
              <a:srgbClr val="C00000"/>
            </a:solidFill>
          </a:ln>
        </p:spPr>
        <p:txBody>
          <a:bodyPr/>
          <a:lstStyle/>
          <a:p>
            <a:pPr/>
            <a:r>
              <a:rPr lang="zh-CN" dirty="0" sz="1400" b="1">
                <a:latin typeface="微软雅黑"/>
                <a:ea typeface="微软雅黑"/>
                <a:solidFill>
                  <a:srgbClr val="FFFFFF"/>
                </a:solidFill>
              </a:rPr>
              <a:t>菱形</a:t>
            </a:r>
          </a:p>
        </p:txBody>
      </p:sp>
      <p:sp>
        <p:nvSpPr>
          <p:cNvPr id="7" name="自动形状 7"/>
          <p:cNvSpPr/>
          <p:nvPr/>
        </p:nvSpPr>
        <p:spPr>
          <a:xfrm>
            <a:off x="5943600" y="3200400"/>
            <a:ext cx="2286000" cy="1371600"/>
          </a:xfrm>
          <a:prstGeom prst="star5">
            <a:avLst/>
          </a:prstGeom>
          <a:solidFill>
            <a:srgbClr val="FFC000"/>
          </a:solidFill>
          <a:ln w="12700">
            <a:solidFill>
              <a:srgbClr val="BF8F00"/>
            </a:solidFill>
          </a:ln>
        </p:spPr>
        <p:txBody>
          <a:bodyPr/>
          <a:lstStyle/>
          <a:p>
            <a:pPr/>
            <a:r>
              <a:rPr lang="zh-CN" dirty="0" sz="1400" b="1">
                <a:latin typeface="微软雅黑"/>
                <a:ea typeface="微软雅黑"/>
                <a:solidFill>
                  <a:srgbClr val="FFFFFF"/>
                </a:solidFill>
              </a:rPr>
              <a:t>五角星</a:t>
            </a:r>
          </a:p>
        </p:txBody>
      </p:sp>
      <p:sp>
        <p:nvSpPr>
          <p:cNvPr id="8" name="自动形状 8"/>
          <p:cNvSpPr/>
          <p:nvPr/>
        </p:nvSpPr>
        <p:spPr>
          <a:xfrm rot="900000">
            <a:off x="1828800" y="5486400"/>
            <a:ext cx="4572000" cy="914400"/>
          </a:xfrm>
          <a:prstGeom prst="arrow">
            <a:avLst/>
          </a:prstGeom>
          <a:solidFill>
            <a:srgbClr val="00B0F0"/>
          </a:solidFill>
          <a:ln w="9525">
            <a:solidFill>
              <a:srgbClr val="2F528F"/>
            </a:solidFill>
          </a:ln>
        </p:spPr>
        <p:txBody>
          <a:bodyPr/>
          <a:lstStyle/>
          <a:p>
            <a:pPr/>
            <a:r>
              <a:rPr lang="zh-CN" dirty="0" sz="1600" b="1">
                <a:latin typeface="微软雅黑"/>
                <a:ea typeface="微软雅黑"/>
                <a:solidFill>
                  <a:srgbClr val="FFFFFF"/>
                </a:solidFill>
              </a:rPr>
              <a:t>旋转箭头</a:t>
            </a:r>
          </a:p>
        </p:txBody>
      </p:sp>
    </p:spTree>
    <p:clrMapOvr>
      <a:masterClrMapping/>
    </p:clrMapOvr>
  </p:cSld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windowText"/>
      </a:dk2>
      <a:lt2>
        <a:srgbClr val="window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PbPPT</Application>
  <Slides>1</Slides>
  <HiddenSlides>0</HiddenSlides>
  <HeadingPairs>
    <vt:vector size="4" baseType="variant">
      <vt:variant>
        <vt:lpstr>Theme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</vt:lpstr>
      <vt:lpstr>幻灯片 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PbPPT</dc:creator>
  <cp:lastModifiedBy>PbPPT</cp:lastModifiedBy>
  <dcterms:created xsi:type="dcterms:W3CDTF">2026-04-24T11:%nn:52Z</dcterms:created>
  <dcterms:modified xsi:type="dcterms:W3CDTF">2026-04-24T11:%nn:52Z</dcterms:modified>
</cp:coreProperties>
</file>