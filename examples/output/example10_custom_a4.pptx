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2000" cy="7560000"/>
  <p:notesSz cx="7560000" cy="10692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692000" cy="7560000"/>
          <a:chOff x="0" y="0"/>
          <a:chExt cx="10692000" cy="7560000"/>
        </a:xfrm>
      </p:grpSpPr>
      <p:sp>
        <p:nvSpPr>
          <p:cNvPr id="2" name="文本框 2"/>
          <p:cNvSpPr txBox="1"/>
          <p:nvPr/>
        </p:nvSpPr>
        <p:spPr>
          <a:xfrm>
            <a:off x="720000" y="1800000"/>
            <a:ext cx="900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 sz="2400" b="1">
                <a:latin typeface="微软雅黑"/>
                <a:ea typeface="微软雅黑"/>
                <a:solidFill>
                  <a:srgbClr val="2E75B6"/>
                </a:solidFill>
              </a:rPr>
              <a:t>A4横向自定义尺寸（29.7×21厘米）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2026-04-24T11:%nn:26Z</dcterms:created>
  <dcterms:modified xsi:type="dcterms:W3CDTF">2026-04-24T11:%nn:26Z</dcterms:modified>
</cp:coreProperties>
</file>